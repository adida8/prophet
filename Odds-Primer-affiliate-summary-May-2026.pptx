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ODDS PRIMER · AFFILIATE STRATEGY · FOR ADI + FAKTOR · MAY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There is a business here. It is not the one you thought.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A395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Affiliate alone supports a $5–10M-revenue niche business by year three. The wedge isn't Kalshi vs. Polymarket — it's that DraftKings and FanDuel just launched event-contract products in Dec 2025 and pay sportsbook-grade CPAs ($100–$300 vs. Polymarket's $10). Nobody has built a prediction-market-native editorial brand yet. The space is open for ~12–18 months.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8229600" cy="10973"/>
          </a:xfrm>
          <a:prstGeom prst="rect">
            <a:avLst/>
          </a:prstGeom>
          <a:solidFill>
            <a:srgbClr val="D9D2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3F4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Three priorities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685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for five venues, not two.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245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Polymarket, Kalshi, Robinhood, DraftKings Predictions, FanDuel Predicts — all live in the US as of Dec 2025. Day-one parity, not a phase-two add.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46120" y="3337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46120" y="3685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Route to whoever pays best.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42245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DK and FD pay 10–30× more per signup than pure prediction venues. Editorial stays neutral; routing absorbs the asymmetry.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3337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35040" y="3685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Lawyer before launch.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422452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September 2025 CAP Code revisions caught non-paid affiliate content for unlicensed operators. Sole-trader status offers no veil.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 · WHAT EACH VENUE ACTUALLY PAYS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whole story in one table.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Pure prediction-market rates run 5–30× below sportsbook benchmarks. The legacy operators (DK, FD) carry the unit economics — and they are now in the prediction-market category.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283464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74320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Venue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Programme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Per-user value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AF7F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Note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Polymarket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Public (Dub)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$10 first-deposit + $0.01/click; 30% rev-share 180d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Direct link gated at $10K lifetime traded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Kalshi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Private only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$25 user referral; affiliate rates undisclosed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Pulled X badges Feb 2026; direct deal required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Robinhood (event)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Public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Up to $20/referral, 30-day cookie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Excludes prediction-market bonus eligibility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DraftKings Predictions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Sportsbook stack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61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$100–$300 CPA  or  40% → 25% rev-share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38 US states. Launched Dec 19, 2025.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FanDuel Predicts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Sportsbook stack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61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$25–$35 CPA + 35% rev-share, 730 days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224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5 launch states, national rollout 2026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Sportsbook benchmark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—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$100–$300 CPA, 25–40% rev-share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47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For triangulation only</a:t>
                      </a:r>
                      <a:endParaRPr lang="en-US" sz="10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 · SCENARIOS AT A GLANCE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Modest and optimistic. B2C and B2B.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Modest = realistic Y2. Optimistic = Y3 ceiling if launch lands and DK/FD CPAs hold.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141732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45720" cy="141732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01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B2C  ·  MODEST · Y2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$0.4M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250K monthly uniques → 4% conversion → ~800 funded signups/mo → blended $150 per signup. Break-even or thin loss.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141732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691640"/>
            <a:ext cx="45720" cy="141732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01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E4D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B2C  ·  OPTIMISTIC · Y3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9842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$5–10M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24963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9D2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2–4M monthly uniques · 5% conversion · $200 blended. Acquisition zone at $25M revenue → Action Network range ($150–250M).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023360" cy="141732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00400"/>
            <a:ext cx="45720" cy="141732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10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B2B  ·  MODEST · Y2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493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$50–300K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0080" y="40050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1–3 deals. Verdict-feed licensing to a publisher, white-label embed, or sponsored content slot. ACV $25–100K, cycle 4–9 months.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4023360" cy="141732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3200400"/>
            <a:ext cx="45720" cy="141732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310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E4D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B2B  ·  OPTIMISTIC · Y3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493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$1–3M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846320" y="40050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9D2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oddschecker of prediction markets. Strategic buyers: Better Collective, Gambling.com, or a venue (Polymarket, Kalshi).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Hardest constraint: SEO competition from Bookies / Gambling.com and the exchanges' own content arms.   ·   Largest unknown: whether DK / FD keep paying sportsbook-grade CPAs on prediction signups.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 · RISKS WORTH PRICING 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regulatory bodies of water.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Atlantic matters more than the Pacific.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0EC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US  ·  ADDRESSABLE TODAY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~70%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F4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of US adults can fund at least one venue in the basket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Kalshi: 9 states restricted/contested. 3rd Circuit affirmed NJ injunction Apr 2026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 US: KYC-gated waitlist; broad opening Q3/Q4 2026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DK Predictions live in 38 states · FanDuel 5 + national rollout 2026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CFTC posture: pro-event-contract, rulemaking in flight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783080"/>
            <a:ext cx="54864" cy="2926080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E4D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UK  ·  SOLE TRADER 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21945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AF7F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 not launch a UK-visible page without a solicitor.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CAP Code Sept 2025: caught non-paid affiliate content for unlicensed operators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Section-33 Gambling Act offence risk · TGP Europe precedent: £3.3M penalty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Financial-underlier contracts may trigger FCA FSMA s.21 promotion regime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FAF7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Sole-trader = personal liability. Incorporate before any UK exposure.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 · WHERE TO POINT THE NEXT 30 DAYS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Pre-launch checklist.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Apply to all five affiliate programmes this week.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15361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 via Dub · Kalshi (direct outreach) · Robinhood · DK · FD. Links live before the first World Cup 2026 traffic wave.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9019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Talk to a UK gambling-affiliate solicitor.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215798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TLT, Wiggin, or Harris Hagan. Brief: geofencing, entity advice, CAP Code Sept 2025 exposure.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237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5237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Add DK + FanDuel as comparison rows in The Desk.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27797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Connector job, not architecture. This is the editorial wedge — the comparison nobody else has.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1455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1455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Run the 30-day affiliate experiment at launch.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34015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Measure click → funded-account conversion across all five venues. Pick a routing default by the numbers, not the press release.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7673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4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767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Decide the entity before launch traffic.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40233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A395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Sole-trader is wrong for this risk profile past day one. UK Ltd with proper geofencing in the policy stack.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498848"/>
            <a:ext cx="731520" cy="36576"/>
          </a:xfrm>
          <a:prstGeom prst="rect">
            <a:avLst/>
          </a:prstGeom>
          <a:solidFill>
            <a:srgbClr val="D9461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90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wedge isn't Kalshi vs. Polymarket — it's the editorial space they've both left empty. Move fast on 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Odds Primer — Affiliate Strategy (Summary)</dc:title>
  <dc:subject>PptxGenJS Presentation</dc:subject>
  <dc:creator>Adi Dagan</dc:creator>
  <cp:lastModifiedBy>Adi Dagan</cp:lastModifiedBy>
  <cp:revision>1</cp:revision>
  <dcterms:created xsi:type="dcterms:W3CDTF">2026-05-13T15:51:34Z</dcterms:created>
  <dcterms:modified xsi:type="dcterms:W3CDTF">2026-05-13T15:51:34Z</dcterms:modified>
</cp:coreProperties>
</file>