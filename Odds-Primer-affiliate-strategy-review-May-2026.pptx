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65760"/>
          </a:xfrm>
          <a:prstGeom prst="rect">
            <a:avLst/>
          </a:prstGeom>
          <a:solidFill>
            <a:srgbClr val="FAF7F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274320"/>
            <a:ext cx="164592" cy="548640"/>
          </a:xfrm>
          <a:prstGeom prst="rect">
            <a:avLst/>
          </a:prstGeom>
          <a:solidFill>
            <a:srgbClr val="FAF7F0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45720"/>
            <a:ext cx="164592" cy="777240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" y="411480"/>
            <a:ext cx="164592" cy="411480"/>
          </a:xfrm>
          <a:prstGeom prst="rect">
            <a:avLst/>
          </a:prstGeom>
          <a:solidFill>
            <a:srgbClr val="FAF7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ODDS PRIMER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spc="-100" kern="0" dirty="0">
                <a:solidFill>
                  <a:srgbClr val="FAF7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Where to point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spc="-100" kern="0" dirty="0">
                <a:solidFill>
                  <a:srgbClr val="FAF7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next 30 days.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731520" cy="36576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AF7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strategic review of the affiliate-led launch path. For Adi and Faktor.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9D2C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Internal review · May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D2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slides · 6 min read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TL;DR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There is a business here. It is not the one you thought.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A395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Affiliate alone supports a $5–10M-revenue niche business by year three. The wedge isn't Kalshi vs. Polymarket — it's that DraftKings and FanDuel just launched event-contract products and pay sportsbook-grade CPAs. Nobody has built a prediction-market-native editorial brand yet. The space is open for ~12–18 months.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8229600" cy="10973"/>
          </a:xfrm>
          <a:prstGeom prst="rect">
            <a:avLst/>
          </a:prstGeom>
          <a:solidFill>
            <a:srgbClr val="D9D2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07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3F4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Three priorities for launch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5935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 for five venues, not two.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Polymarket, Kalshi, Robinhood, DraftKings Predictions, FanDuel Predicts — all live in the US as of Dec 2025.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4612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46120" y="35935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Route to whoever pays best.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4160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DK and FD pay 10–30× more per signup than pure prediction venues. Editorial stays neutral; routing absorbs the asymmetry.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35040" y="35935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Lawyer before launch.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4160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September 2025 CAP Code revisions caught non-paid affiliate content. Sole-trader status offers no veil.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 · THE 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spc="-50" kern="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 business — but the affiliate stack is wider than "Kalshi plus Polymarket pay us."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6576" cy="868680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Pure prediction-pure affiliate is weak.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1396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Polymarket pays $10 per first-deposit referral plus $0.01 per click. Kalshi pays a $25 user-referral and runs private rev-share deals it does not publish. Both numbers are 5–30× below sportsbook CPAs.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6576" cy="868680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880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legacy operators changed the math in Dec 2025.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319125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DraftKings Predictions ($100–$300 CPA, 38 states) and FanDuel Predicts ($25–$35 + 35% rev-share for 730 days) cover the same editorial surface. Their affiliate programmes carry the unit economics.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36576" cy="868680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931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Comparing all five is the product.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424281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 oddschecker that compares Polymarket, Kalshi, Robinhood event contracts, DK Predictions, and FanDuel Predicts routes signups to the venue that pays best, without giving up editorial neutrality.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0" y="1828800"/>
            <a:ext cx="3200400" cy="2926080"/>
          </a:xfrm>
          <a:prstGeom prst="rect">
            <a:avLst/>
          </a:prstGeom>
          <a:solidFill>
            <a:srgbClr val="F0ECE2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FRAMING NUMBER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2240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D946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</a:t>
            </a:r>
            <a:endParaRPr lang="en-US" sz="8800" dirty="0"/>
          </a:p>
        </p:txBody>
      </p:sp>
      <p:sp>
        <p:nvSpPr>
          <p:cNvPr id="16" name="Text 14"/>
          <p:cNvSpPr/>
          <p:nvPr/>
        </p:nvSpPr>
        <p:spPr>
          <a:xfrm>
            <a:off x="5760720" y="36118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2A395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prediction-market-native affiliate sites have been built at scale. The exchanges run their own newsletters; sports affiliates bolt on a page. The editorial space is empty.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 · WHAT VENUES ACTUALLY PAY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Affiliate economics, May 2026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Where each US event-contract venue sits today. The asymmetry is the whole story.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74320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7F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Venue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7F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Public programme?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7F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Per-user value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7F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Note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Polymarket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Yes — via Dub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$10 first-deposit + $0.01/click; 30% rev-share 180d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Direct link gated at $10K lifetime volume traded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Kalshi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Private only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$25 user referral; affiliate rates undisclosed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Pulled X affiliate badges Feb 2026; direct deal required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Robinhood (event)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Yes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Up to $20/referral, 30-day cookie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Excludes prediction-market bonus eligibility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DraftKings Predictions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Sportsbook stack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834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$100–$300 CPA  or  40% → 25% rev-share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38 US states. Launched Dec 19, 2025.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FanDuel Predicts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Sportsbook stack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834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$25–$35 CPA + 35% rev-share, 730 days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5 states at launch, national rollout 2026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Sportsbook benchmark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—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$100–$300 CPA, 25–40% rev-share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For triangulation only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2A395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Pure prediction-market rates run 5–30× below sportsbook benchmarks. The legacy operators are where the unit economics live — and they are now in the prediction-market category.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 · THE SHAPE OF THE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spc="-50" kern="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Everyone wants prediction-market data.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spc="-50" kern="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Nobody is writing about it.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77640" cy="2834640"/>
          </a:xfrm>
          <a:prstGeom prst="rect">
            <a:avLst/>
          </a:prstGeom>
          <a:solidFill>
            <a:srgbClr val="F0EC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WHAT'S ALREADY HAPPENED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CNN exclusive prediction-data partnership (Dec 2025)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CNBC exclusive Squawk Box / Fast Money data deal (Dec 2025)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Google Finance integration (Nov 2025)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ICE / NYSE $2B investment in Polymarket (Oct 2025)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Dow Jones / WSJ data distribution (Jan 2026)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Polymarket × Substack creator embeds (Feb 2026)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X exclusive prediction partner — Polymarket (June 2025)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DraftKings + FanDuel launched products (Dec 2025)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965960"/>
            <a:ext cx="3977640" cy="283464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21031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E4D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WHAT'S MISSING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92040" y="24231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AF7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 editorial brand that explains the verdicts, not just the prices.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2040" y="34747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D9D2C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Kalshi is at 5.1M MAU, Polymarket at 865K. The exchanges run their own content arms. Substack solopreneurs hold the long tail. None of it adds up to a category-defining editorial voice — that's the wedge.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 · WHAT SCALE EQUALS WHAT REVENUE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Comparable affiliate businesses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Acquisition zone begins at ~$10M revenue. Strategic premium kicks in above $25M.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554480"/>
                <a:gridCol w="164592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7F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Business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7F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Revenue (latest)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7F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Exit / cap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7F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Mix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7F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Read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Better Collective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$365M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$675M mkt cap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73% affiliate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The rollup — buys $10M+ EBITDA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Gambling.com Group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$165M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$158M mkt cap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76% perf · 24% subs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Best-run pure-play; data pivot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Oddschecker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~$70M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Acq $215M (2021)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~95% affiliate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The category-defining brand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Catena Media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$57M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$20M mkt cap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100% affiliate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Cautionary tale — SEO dependency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Action Network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~$35M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834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Acq $240M (2021)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Affiliate + subs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Closest analogue to Odds Primer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OLBG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~$7M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Private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Affiliate + community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Niche-but-durable; never sold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F0ECE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Planning benchmarks 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Pure affiliate: $0.50–$2.00 per monthly visit/yr. 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With subs: $5–$15 ARPU/yr. 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Acquisition at 5–7× EBITDA or 5–7× revenue for premium brands.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05 · B2C AFFILIATE SCENARIOS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big does this get, B2C?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520440"/>
          </a:xfrm>
          <a:prstGeom prst="rect">
            <a:avLst/>
          </a:prstGeom>
          <a:solidFill>
            <a:srgbClr val="F0ECE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25880"/>
            <a:ext cx="4023360" cy="384048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MODEST  ·  YEAR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013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$0.4M revenue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Break-even or thin loss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250K monthly uniques (post-WC 2026)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8% CTR to a venue → 20K clicks/mo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4% conversion to funded account → 800 signups/mo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Blended ~$150 per signup (weighted to DK/FD)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Annualised $400K, ramped through Y2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4206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3F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Hardest constraint: SEO competition from Bookies / Gambling.com and the exchanges' own content arms.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352044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325880"/>
            <a:ext cx="4023360" cy="384048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OPTIMISTIC  ·  YEAR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8013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$5–10M revenue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920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D2C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Acquisition zone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2–4M monthly uniques across football + politics + finance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10% CTR · 5% conversion · $200 blended per signup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DK / FD CPAs hold above $100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Polymarket rev-share trail kicks in (180-day window)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Y3 exit conversation at $25M revenue puts Odds Primer in the Action Network range ($150–250M)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4206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F7E4D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has to go right: a real World Cup 2026 organic-traffic win and DK / FD keeping prediction CPAs at sportsbook parity.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06 · B2B / LICENSING SCENARIOS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big does this get, B2B?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61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Affiliate-adjacent: license the verdict feed, white-label embed, exclusive content deal with a venue.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3246120"/>
          </a:xfrm>
          <a:prstGeom prst="rect">
            <a:avLst/>
          </a:prstGeom>
          <a:solidFill>
            <a:srgbClr val="F0ECE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023360" cy="384048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MODEST  ·  YEAR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0848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$50K–$300K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1–3 deals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Verdict-feed licensing to a mid-tier publisher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White-label embed inside an existing sports media site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Sponsored "powered by Odds Primer" content slot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Deal cycle: 4–9 months · ACV $25K–$100K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3F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Most plausible first customer: a Substack publisher or a regional sports outlet that wants pick-of-the-day automation without building it.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4023360" cy="324612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600200"/>
            <a:ext cx="4023360" cy="384048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645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OPTIMISTIC  ·  YEAR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0848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$1–3M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920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D2C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Aggregator play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971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Become the oddschecker of prediction markets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Strategic acquirers: Better Collective, Gambling.com Group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Or direct from a venue: Polymarket, Kalshi own content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Or a network parent: CNN, CNBC, Dow Jones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Exit logic: editorial moat the venues cannot build themselves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F7E4D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has to go right: become the canonical reference for prediction-market verdicts within 18 months. After that, BC or Gambling.com builds, not buys.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07 · REGULATORY OVERLAY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Two regulatory bodies of water.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Atlantic matters more than the Pacific.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977640" cy="2834640"/>
          </a:xfrm>
          <a:prstGeom prst="rect">
            <a:avLst/>
          </a:prstGeom>
          <a:solidFill>
            <a:srgbClr val="F0EC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US  ·  ADDRESSABLE TODAY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~70%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F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of US adults can fund at least one venue in the basket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Kalshi: 9 states restricted/contested (AZ, IL, MD, MA, MI, MT, NV, NJ, OH). 3rd Circuit affirmed NJ injunction Apr 2026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Polymarket US: KYC-gated waitlist since Dec 2025; broad opening Q3/Q4 2026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DraftKings Predictions: live in 38 states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FanDuel Predicts: 5 launch states, national 2026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CFTC posture: pro-event-contract, rulemaking in flight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874520"/>
            <a:ext cx="3977640" cy="283464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874520"/>
            <a:ext cx="54864" cy="2834640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E4D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UK  ·  SOLE TRADER RISK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AF7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 not launch a UK-visible page without a solicitor.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CAP Code revision (Sept 2025) caught non-paid affiliate content for unlicensed operators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UKGC could treat affiliate-of-unlicensed as a section-33 Gambling Act offence — TGP Europe precedent: £3.3M penalty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FCA: financial-underlier event contracts may trigger FSMA s.21 promotion regime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Sole-trader status = personal liability; no corporate veil. Incorporate before any UK exposure.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08 · STEELMAN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strongest objections, taken seriously.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600200"/>
          </a:xfrm>
          <a:prstGeom prst="rect">
            <a:avLst/>
          </a:prstGeom>
          <a:solidFill>
            <a:srgbClr val="F0ECE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6576" cy="1600200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"The prediction-market audience is too sophisticated for an oddschecker."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DK and FD launching IS bringing the unsophisticated audience. Oddschecker grew with retail bettors, not pros. The wedge writes itself.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600200"/>
          </a:xfrm>
          <a:prstGeom prst="rect">
            <a:avLst/>
          </a:prstGeom>
          <a:solidFill>
            <a:srgbClr val="F0ECE2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371600"/>
            <a:ext cx="36576" cy="1600200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087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"Better Collective will pivot in and outspend you."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12–18 month head start matters. Polymarket × Substack carved editorial space first. The question is whether we land the canonical voice before the rollup notices.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4023360" cy="1600200"/>
          </a:xfrm>
          <a:prstGeom prst="rect">
            <a:avLst/>
          </a:prstGeom>
          <a:solidFill>
            <a:srgbClr val="F0ECE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154680"/>
            <a:ext cx="36576" cy="1600200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918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"State-by-state regulatory chop kills SEO conversion."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~70% of US adults can fund SOMETHING in the basket today. Trajectory is up after the 3rd Circuit win and the CFTC rulemaking.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154680"/>
            <a:ext cx="4023360" cy="1600200"/>
          </a:xfrm>
          <a:prstGeom prst="rect">
            <a:avLst/>
          </a:prstGeom>
          <a:solidFill>
            <a:srgbClr val="F0ECE2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3154680"/>
            <a:ext cx="36576" cy="1600200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918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"Editorial costs exceed affiliate revenue per visitor."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9319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Desk is already automated. Marginal cost of one more match verdict is near-zero. The constraint is distribution, not production.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7E4D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LARGEST UNKNOWN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955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spc="-50" kern="0" dirty="0">
                <a:solidFill>
                  <a:srgbClr val="FAF7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much volume will DraftKings Predictions and FanDuel Predicts do — and how long do they keep paying sportsbook-grade CPAs on prediction-market signups?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731520" cy="36576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7E4D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71246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9D2C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is the lever between a $1M-revenue business and a $10M-revenue business. Both numbers live or die on whether the legacy operators treat prediction-market customers like sportsbook customers — or like a sideshow.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7E4D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How to resolve 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371246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9D2C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Run a 30-day affiliate experiment with all five venues at launch. Measure click → funded-account conversion. Compare actual first-month payouts. Pick a routing default by the numbers, not by the press release.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09 · WHERE TO POINT THE NEXT 30 DAYS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Pre-launch checklist.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61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 priority order. Items 1–3 unblock launch; items 4–5 unblock month-two scale.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Apply to all five affiliate programmes this week.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17647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Polymarket via Dub · Kalshi (direct outreach — Kalshi is in private deals only) · Robinhood · DraftKings · FanDuel. Have links live before the first World Cup 2026 traffic wave.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1305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305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Speak to a UK gambling-affiliate solicitor.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238658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Recommend TLT, Wiggin, or Harris Hagan. Brief: UK-visible affiliate site for US-only prediction-market operators, run by a UK sole trader. Geofencing requirements + entity advice.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752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7523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Add DK Predictions + FanDuel Predicts as comparison rows in The Desk.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300837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market-snapshot pipeline is already abstracted. Adding two venues is a connector job, not an architecture change. This is the wedge — the editorial product everyone else doesn't have.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3741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3741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Unlock the Polymarket Partner Program.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36301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Requires $10K lifetime traded volume. One account, one user, ~$80 in fees — achievable in a week of active trading. Unlocks the rev-share tier (30% / 180 days).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9959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9959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Decide the entity before launch traffic.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42519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Sole-trader status is wrong for this risk profile past day one. UK Ltd with proper geofencing terms in the privacy policy, before the first UK pageview.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" cy="42062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74320"/>
            <a:ext cx="182880" cy="60350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45720"/>
            <a:ext cx="182880" cy="832104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11480"/>
            <a:ext cx="182880" cy="46634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CLOSING NOTE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000" b="1" spc="-50" kern="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wedge isn't Kalshi vs. Polymarket.</a:t>
            </a:r>
            <a:endParaRPr lang="en-US" sz="3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000" b="1" spc="-50" kern="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It's the editorial space they've both left empty.</a:t>
            </a:r>
            <a:endParaRPr lang="en-US" sz="3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000" b="1" spc="-50" kern="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Move fast on it.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914400" cy="45720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F4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Odds Primer · World Cup 2026 issue · Internal review for Adi and Faktor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Odds Primer — Affiliate Strategy Review</dc:title>
  <dc:subject>PptxGenJS Presentation</dc:subject>
  <dc:creator>Adi Dagan</dc:creator>
  <cp:lastModifiedBy>Adi Dagan</cp:lastModifiedBy>
  <cp:revision>1</cp:revision>
  <dcterms:created xsi:type="dcterms:W3CDTF">2026-05-13T15:41:15Z</dcterms:created>
  <dcterms:modified xsi:type="dcterms:W3CDTF">2026-05-13T15:41:15Z</dcterms:modified>
</cp:coreProperties>
</file>