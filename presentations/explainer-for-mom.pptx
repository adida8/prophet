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74320" cy="27432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5669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· A WORK IN PROGRESS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business idea</a:t>
            </a:r>
            <a:endParaRPr lang="en-US" sz="5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thinking about.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honest explanation — what it is, what it could be, what could go wrong.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5760720"/>
            <a:ext cx="457200" cy="36576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 Dagan  · 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06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SOME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There's a new kind of market where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buy and sell predictions.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question with only two answers — yes or no. On a prediction market, you can buy a contract that pays you $1 if you're right, and nothing if you're wrong.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tells you how likely the market thinks each answer is. If "Yes" trades at 64¢, the crowd is saying it's about 64% likely.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2377440"/>
            <a:ext cx="4937760" cy="384048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0" y="2377440"/>
            <a:ext cx="91440" cy="3840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EXAMPLE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29260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the Federal Reserve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interest rates in June?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0" y="4206240"/>
            <a:ext cx="2194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A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64¢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858000" y="5257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9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thinks ~64% likely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0" y="4206240"/>
            <a:ext cx="21945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6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36¢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144000" y="5257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9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thinks ~36% likely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5715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prices always add up to $1.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06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it's becoming huge — fast.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years ago, prediction markets were a niche. Today, the biggest ones have millions of users, and the largest US sports-betting companies are racing to launch their own.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3520440" cy="265176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383280"/>
            <a:ext cx="352044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6118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5.1M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914400" y="480060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use Kalshi each month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biggest US prediction market)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3383280"/>
            <a:ext cx="3520440" cy="265176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3383280"/>
            <a:ext cx="352044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6118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$20B+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663440" y="480060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trading volume 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 (its global rival)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3383280"/>
            <a:ext cx="3520440" cy="265176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3383280"/>
            <a:ext cx="352044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36118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8412480" y="480060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venues launching now —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FanDuel, DraftKings, Fanatics, Coinbase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9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Kalshi/Polymarket monthly active users (March 2026); industry reports.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06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these markets only work if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someone is always willing to trade.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farmers' market with no stalls. People show up, but nobody is there to buy or sell. The market is empty. Nothing happens.</a:t>
            </a:r>
            <a:endParaRPr lang="en-US" sz="16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markets need someone — a shopkeeper — who's always willing to buy at one price and sell at a slightly higher price. They earn the small difference between the two.</a:t>
            </a:r>
            <a:endParaRPr lang="en-US" sz="16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markets need shopkeepers too. Lots of them. For thousands of different yes/no questions, all at once.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2468880"/>
            <a:ext cx="4937760" cy="173736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6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SHOPKEEPER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29260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Empty market.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Buyers and sellers can't find each other.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0" y="4434840"/>
            <a:ext cx="4937760" cy="173736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A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SHOPKEEPER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0" y="48920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Busy market.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Anyone can trade, any time.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06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BUILD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that does the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shopkeeper job, automatically.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914400" cy="9144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28800" y="2423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Posts hundreds of buy and sell prices, every second.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2880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thousands of yes/no questions across the major venues.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914400" cy="9144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94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828800" y="3840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Earns the small difference between buy and sell.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828800" y="4297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amounts, multiplied by huge volume. That's the business.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914400" cy="9144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212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82880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Pulls back fast when something big happens.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828800" y="5715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news breaks — like a Fed announcement — it stops trading until the dust settles.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06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WOULD BUY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kinds of customers.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both have the same problem.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349240" cy="411480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69748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#1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Trading firms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3840480"/>
            <a:ext cx="4526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professional traders who want to earn money from prediction markets. They could build the software themselves, but it would take a year. It's faster — and cheaper — to rent ours.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377440"/>
            <a:ext cx="5349240" cy="411480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0" y="269748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77240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#2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Prediction-market venues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3840480"/>
            <a:ext cx="4526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websites where people place these bets. Their problem is the empty market — without prices being posted, users have nothing to trade with. We provide the shopkeeper that makes their site come alive.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06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big could this realistically get?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find 5 or 6 customers willing to pay around $15,000 per month for the software, that's roughly $75,000–$90,000 per month in revenue. My target is somewhere between $50,000 and $150,000 per month within 18–24 months.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3520440" cy="237744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8404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5–6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I'd need to find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50 — small but high-value)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3657600"/>
            <a:ext cx="3520440" cy="237744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38404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$15K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663440" y="484632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fee per customer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(B2B software pricing)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3657600"/>
            <a:ext cx="3520440" cy="237744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38404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~$80K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8412480" y="484632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if it works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(realistic middle scenario)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Worth doing? Yes — for a side project, this is a meaningful number. Not life-changing, but real.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06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ME, AND WHAT COULD GO WRONG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well-suited for this.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2D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I'm being honest about the risks.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349240" cy="402336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679192"/>
            <a:ext cx="201168" cy="201168"/>
          </a:xfrm>
          <a:prstGeom prst="rect">
            <a:avLst/>
          </a:prstGeom>
          <a:solidFill>
            <a:srgbClr val="5A8A6E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A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I'M WELL-SUITED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 at Playtech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exactly this — pricing software for sports betting. Same problem, different market.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co-founder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build the parts I can't.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already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the demo version of one of the venues. Not from zero.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377440"/>
            <a:ext cx="5349240" cy="402336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679192"/>
            <a:ext cx="201168" cy="201168"/>
          </a:xfrm>
          <a:prstGeom prst="rect">
            <a:avLst/>
          </a:prstGeom>
          <a:solidFill>
            <a:srgbClr val="C68B5C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315468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players build it themselves.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FanDuel or Kalshi build similar software in-house, the market for our version shrinks.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change.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markets are still being regulated by the US government. Things could shift.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take too long.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side-project schedule, I can only work 15–25 hours a week. Selling to companies is slow.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4592" cy="164592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206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not betting the farm.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running a 30-day test.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77240" y="2926080"/>
            <a:ext cx="777240" cy="777240"/>
          </a:xfrm>
          <a:prstGeom prst="ellipse">
            <a:avLst/>
          </a:prstGeom>
          <a:solidFill>
            <a:srgbClr val="F5EFE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926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0" y="2971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 to 5 trading firms.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3383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conversations. See if they'd actually pay for what we'd build.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069080"/>
            <a:ext cx="777240" cy="777240"/>
          </a:xfrm>
          <a:prstGeom prst="ellipse">
            <a:avLst/>
          </a:prstGeom>
          <a:solidFill>
            <a:srgbClr val="F5EFE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069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828800" y="4114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 in 30 days.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4526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at least 2 say yes — keep going. If not — we walk away.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5212080"/>
            <a:ext cx="777240" cy="777240"/>
          </a:xfrm>
          <a:prstGeom prst="ellipse">
            <a:avLst/>
          </a:prstGeom>
          <a:solidFill>
            <a:srgbClr val="F5EFE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212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828800" y="5257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only if it's clearly working.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28800" y="5669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of careful work. No outside money. No quitting day jobs unless the numbers force it.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likely outcome is that I learn something useful and move on. The next-most-likely is that it works.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business idea I'm thinking about</dc:title>
  <dc:subject>PptxGenJS Presentation</dc:subject>
  <dc:creator>Adi Dagan</dc:creator>
  <cp:lastModifiedBy>Adi Dagan</cp:lastModifiedBy>
  <cp:revision>1</cp:revision>
  <dcterms:created xsi:type="dcterms:W3CDTF">2026-04-22T13:56:47Z</dcterms:created>
  <dcterms:modified xsi:type="dcterms:W3CDTF">2026-04-22T13:56:47Z</dcterms:modified>
</cp:coreProperties>
</file>